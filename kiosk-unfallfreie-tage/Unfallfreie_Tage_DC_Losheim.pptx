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45720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1F7A4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682996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0" y="15087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DC LOSHEIM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25000" dirty="0"/>
          </a:p>
        </p:txBody>
      </p:sp>
      <p:sp>
        <p:nvSpPr>
          <p:cNvPr id="6" name="Text 4"/>
          <p:cNvSpPr txBox="1"/>
          <p:nvPr/>
        </p:nvSpPr>
        <p:spPr>
          <a:xfrm>
            <a:off x="0" y="502920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UNFALLFREIE TAGE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Letzter Unfall: 11.11.2025      |      Stand: 10.09.2026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2026-09-10T13:30:10Z</dcterms:created>
  <dcterms:modified xsi:type="dcterms:W3CDTF">2026-09-10T13:30:10Z</dcterms:modified>
</cp:coreProperties>
</file>